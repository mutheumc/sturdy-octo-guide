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pptinit preview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browser preview: slide navigation and zoom.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browser preview: slide navigation and zoom.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